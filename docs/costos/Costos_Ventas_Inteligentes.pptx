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Amazon Quick</c:v>
                </c:pt>
              </c:strCache>
            </c:strRef>
          </c:tx>
          <c:spPr>
            <a:solidFill>
              <a:srgbClr val="1F3A5F"/>
            </a:solidFill>
          </c:spPr>
          <c:cat>
            <c:strRef>
              <c:f>Sheet1!$A$2:$A$5</c:f>
              <c:strCache>
                <c:ptCount val="4"/>
                <c:pt idx="0">
                  <c:v>Piloto</c:v>
                </c:pt>
                <c:pt idx="1">
                  <c:v>Área comercial</c:v>
                </c:pt>
                <c:pt idx="2">
                  <c:v>Empresa</c:v>
                </c:pt>
                <c:pt idx="3">
                  <c:v>Mixto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490</c:v>
                </c:pt>
                <c:pt idx="1">
                  <c:v>1290</c:v>
                </c:pt>
                <c:pt idx="2">
                  <c:v>2290</c:v>
                </c:pt>
                <c:pt idx="3">
                  <c:v>760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Infraestructura AWS</c:v>
                </c:pt>
              </c:strCache>
            </c:strRef>
          </c:tx>
          <c:spPr>
            <a:solidFill>
              <a:srgbClr val="8FB8DE"/>
            </a:solidFill>
          </c:spPr>
          <c:cat>
            <c:strRef>
              <c:f>Sheet1!$A$2:$A$5</c:f>
              <c:strCache>
                <c:ptCount val="4"/>
                <c:pt idx="0">
                  <c:v>Piloto</c:v>
                </c:pt>
                <c:pt idx="1">
                  <c:v>Área comercial</c:v>
                </c:pt>
                <c:pt idx="2">
                  <c:v>Empresa</c:v>
                </c:pt>
                <c:pt idx="3">
                  <c:v>Mixto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</c:v>
                </c:pt>
                <c:pt idx="1">
                  <c:v>23</c:v>
                </c:pt>
                <c:pt idx="2">
                  <c:v>24</c:v>
                </c:pt>
                <c:pt idx="3">
                  <c:v>24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&quot;$&quot;#,##0" sourceLinked="0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Ventas Inteligentes: costo de operación</a:t>
            </a:r>
          </a:p>
          <a:p>
            <a:pPr>
              <a:defRPr sz="1600">
                <a:solidFill>
                  <a:srgbClr val="4A5560"/>
                </a:solidFill>
              </a:defRPr>
            </a:pPr>
            <a:r>
              <a:t>Dashboard + chat con IA sobre la facturación · USD/mes por cliente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4A5560"/>
                </a:solidFill>
              </a:defRPr>
            </a:pPr>
            <a:r>
              <a:t>• Piloto de 10 usuarios con chat: ~$512/mes (~$6,147/año).</a:t>
            </a:r>
          </a:p>
          <a:p>
            <a:pPr>
              <a:spcAft>
                <a:spcPts val="1200"/>
              </a:spcAft>
              <a:defRPr sz="2200">
                <a:solidFill>
                  <a:srgbClr val="4A5560"/>
                </a:solidFill>
              </a:defRPr>
            </a:pPr>
            <a:r>
              <a:t>• 100 usuarios con chat: ~$2,314/mes. Mixto 10 chat + 90 dashboard: ~$784/mes.</a:t>
            </a:r>
          </a:p>
          <a:p>
            <a:pPr>
              <a:spcAft>
                <a:spcPts val="1200"/>
              </a:spcAft>
              <a:defRPr sz="2200">
                <a:solidFill>
                  <a:srgbClr val="4A5560"/>
                </a:solidFill>
              </a:defRPr>
            </a:pPr>
            <a:r>
              <a:t>• La infraestructura AWS propia cuesta ~$22/mes; más del 90% del costo son licencias de Amazon Quick.</a:t>
            </a:r>
          </a:p>
          <a:p>
            <a:pPr>
              <a:spcAft>
                <a:spcPts val="1200"/>
              </a:spcAft>
              <a:defRPr sz="2200">
                <a:solidFill>
                  <a:srgbClr val="4A5560"/>
                </a:solidFill>
              </a:defRPr>
            </a:pPr>
            <a:r>
              <a:t>• El costo crece por usuario, no por volumen de datos: SPICE, Glue y Athena casi no se mueven.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Escenarios por cliente</a:t>
            </a:r>
          </a:p>
          <a:p>
            <a:pPr>
              <a:defRPr sz="1600">
                <a:solidFill>
                  <a:srgbClr val="4A5560"/>
                </a:solidFill>
              </a:defRPr>
            </a:pPr>
            <a:r>
              <a:t>USD por mes · precios oficiales us-east-1, sin impuestos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7373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/>
                <a:gridCol w="1645920"/>
                <a:gridCol w="1645920"/>
                <a:gridCol w="1645920"/>
                <a:gridCol w="1645920"/>
              </a:tblGrid>
              <a:tr h="658368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Escenario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Amazon Quick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Infra AWS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Total mensual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Total anual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Piloto (10 con chat)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$490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$22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$512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$6,147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Área comercial (50 con chat)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$1,290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$23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$1,313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$15,756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Empresa (100 con chat)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$2,290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$24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$2,314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$27,768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Mixto (10 con chat + 90 solo dashboard)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$760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$24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$784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$9,408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394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A5560"/>
                </a:solidFill>
              </a:defRPr>
            </a:pPr>
            <a:r>
              <a:t>Incluye: cuota Quick $250/cuenta, 1 administrador Author Pro $40, Reader Pro $20 (chat), Reader $3 (solo dashboard) e infraestructura AWS. No incluye desarrollo ni soporte.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¿Dónde está el costo?</a:t>
            </a:r>
          </a:p>
          <a:p>
            <a:pPr>
              <a:defRPr sz="1600">
                <a:solidFill>
                  <a:srgbClr val="4A5560"/>
                </a:solidFill>
              </a:defRPr>
            </a:pPr>
            <a:r>
              <a:t>Licencias de Quick vs infraestructura AWS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645920"/>
          <a:ext cx="1069848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Consideraciones para la decisión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A5560"/>
                </a:solidFill>
              </a:defRPr>
            </a:pPr>
            <a:r>
              <a:t>• Cuota fija de $250 por cuenta: con una cuenta por cliente se paga una vez por cliente.</a:t>
            </a:r>
          </a:p>
          <a:p>
            <a:pPr>
              <a:spcAft>
                <a:spcPts val="1200"/>
              </a:spcAft>
              <a:defRPr sz="2000">
                <a:solidFill>
                  <a:srgbClr val="4A5560"/>
                </a:solidFill>
              </a:defRPr>
            </a:pPr>
            <a:r>
              <a:t>• Ahorro posible: solo quien necesita el chat paga Reader Pro ($20); el resto ve el dashboard como Reader ($3).</a:t>
            </a:r>
          </a:p>
          <a:p>
            <a:pPr>
              <a:spcAft>
                <a:spcPts val="1200"/>
              </a:spcAft>
              <a:defRPr sz="2000">
                <a:solidFill>
                  <a:srgbClr val="4A5560"/>
                </a:solidFill>
              </a:defRPr>
            </a:pPr>
            <a:r>
              <a:t>• La entrega interna actual usa una identidad compartida (~$315/mes). A escala se requiere una licencia por persona.</a:t>
            </a:r>
          </a:p>
          <a:p>
            <a:pPr>
              <a:spcAft>
                <a:spcPts val="1200"/>
              </a:spcAft>
              <a:defRPr sz="2000">
                <a:solidFill>
                  <a:srgbClr val="4A5560"/>
                </a:solidFill>
              </a:defRPr>
            </a:pPr>
            <a:r>
              <a:t>• Amazon Quick casi no aparece facturado en la cuenta (posible prueba gratuita): confirmar en Billing cuándo empieza el cobro.</a:t>
            </a:r>
          </a:p>
          <a:p>
            <a:pPr>
              <a:spcAft>
                <a:spcPts val="1200"/>
              </a:spcAft>
              <a:defRPr sz="2000">
                <a:solidFill>
                  <a:srgbClr val="4A5560"/>
                </a:solidFill>
              </a:defRPr>
            </a:pPr>
            <a:r>
              <a:t>• Siguiente paso: activar la etiqueta de costos 'Project' para medir el costo real exacto por proyecto.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